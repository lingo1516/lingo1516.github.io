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企業倫理案例分析</a:t>
            </a:r>
            <a:endParaRPr lang="en-US" sz="4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與實務應用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834640"/>
            <a:ext cx="14630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從理論到實踐的倫理決策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企業倫理課程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今日內容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企業倫理的定義與重要性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四大核心價值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常見倫理問題類型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案例一：供應鏈倫理爭議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案例二：數據倫理與隱私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實施策略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倫理領導與組織文化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結論：從合規到共好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倫理是企業長期價值的基石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企業倫理：組織在經營活動中應遵循的道德原則與行為規範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不僅關乎合法，更關乎「什麼是對的決定」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四大核心價值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誠信 Integrity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言行一致、透明公開，是建立信任的基礎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 Responsibility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為自身決策與行為承擔後果，包含對所有利害關係人的責任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公平 Fairness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在利益衝突中保持公正，不因偏見或壓力而偏離原則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尊重 Respect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尊重人權、多元文化與個體尊嚴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常見的企業倫理問題類型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供應鏈倫理：血汗工廠、環境污染、衝突礦產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數據倫理：用戶隱私、資料濫用、演算法偏見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財務倫理：內線交易、財報作假、利益輸送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環境倫理：漂綠、碳排放隱瞞、資源掠奪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治理倫理：董事會獨立性、高階薪酬、利益衝突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案例一：供應鏈倫理爭議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某大型科技公司被揭露其供應商存在強迫勞動與工時超長問題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NGO 調查報告指出：供應商工廠每週工時超過 70 小時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最低薪資僅達當地法定標準的 60%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事件曝光後，公司股價單週下跌 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影響範圍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消費者抵制、品牌信譽受損、國際制裁風險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案例一分析：關鍵問題與反思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 vs 倫理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企業為壓低成本，對供應商 CSR 稽核形同虛設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資訊不對稱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品牌端對供應商實際運作掌握的資訊嚴重不足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治理缺失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採購部門 KPI 僅考量成本與交期，缺乏倫理指標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案例一啟示：建立倫理供應鏈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供應商分級管理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依 ESG 表現將供應商分為 A/B/C 三級，C 級限期整改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第三方稽核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引進獨立稽核機構，每年至少一次實地訪查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合約條款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採購合約中加入倫理條款，違約可終止合作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技術賦能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用區塊鏈追蹤原料來源，確保透明度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案例二：社群平台的數據倫理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某社群平台被揭露未經用戶同意，將個人資料用於政治廣告投放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涉及 8700 萬用戶的資料在未經授權下被第三方分析使用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平台宣稱「用戶已同意服務條款」，但同意過程充滿暗黑模式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核心矛盾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商業利益（廣告收入）vs 用戶隱私權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案例二分析：信任與利益的平衡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黑暗模式 Dark Patterns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將取消授權的按鈕藏在多層選單中，誘導用戶保留授權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監管回應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開罰 39 億歐元、FTC 要求改革數據收集流程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用戶反彈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#DeleteFacebook 運動流失 1500 萬活躍用戶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案例二啟示：數據治理的倫理框架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知情同意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用戶授權必須是主動、明確、可撤回的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資料最小化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只收集服務所需的最少資料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演算法透明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使用者有權知道推薦系統如何運作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倫理審查委員會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新產品上線前須通過內部倫理審查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企業倫理的實施策略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由上而下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董事會與高階主管公開承諾並以身作則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建立倫理規範、舉報機制、獎懲制度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教育訓練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全員定期倫理培訓，納入績效考核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外部監督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定期發布 ESG 報告，接受外部審計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倫理領導與組織文化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倫理領導者的特質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言行一致、透明決策、勇於承認錯誤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建立開放溝通的文化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員工能安全地提出倫理疑慮而不必擔心報復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獎勵倫理行為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將倫理表現納入升遷與獎金制度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結論：從合規到共好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合規（Compliance）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遵守法律與規範，是倫理的起點而非終點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倫理（Ethics）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超越法律，做「對的事」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共好（Common Good）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企業與社會共同繁榮，創造長期永續價值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倫理不是成本，而是最長期的競爭優勢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參考資料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Edelman Trust Barometer (2023)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罰款案例彙整 (European Data Protection Board)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 26000 社會責任指引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臺灣證券交易所「企業社會責任實務守則」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聯合國全球盟約 UN Global Compact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2026-06-21T09:25:37Z</dcterms:created>
  <dcterms:modified xsi:type="dcterms:W3CDTF">2026-06-21T09:25:37Z</dcterms:modified>
</cp:coreProperties>
</file>