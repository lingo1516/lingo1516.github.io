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阿米巴經營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BBF2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 頁完整講義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稻盛和夫 · 京瓷 · 日本航空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全員參與的經營管理體系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編者：小綠 · 2026 年 7 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壹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稻盛和夫與企業傳奇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960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P3-6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5272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80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貳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280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阿米巴核心理論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0" y="1280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P7-10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57276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600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組織劃分與內部交易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1600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P11-14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89280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19202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現場計算實務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P15-17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21284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2402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2240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改善案例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P18-20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53288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5603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陸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25603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管理體系與會議節奏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P21-23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285292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880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2880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稻盛經營哲學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0" y="2880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P24-27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17296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2004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" y="3200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三大成功案例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P28-30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49300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520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玖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9728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常見錯誤與成功關鍵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858000" y="3520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P31-33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81304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3840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拾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9728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導入步驟與實作清單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85800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P34-36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13308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160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拾壹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97280" y="41605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資源與延伸閱讀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58000" y="4160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P37-38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453128"/>
            <a:ext cx="7772400" cy="457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4805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拾貳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97280" y="4480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總結與 Q&amp;A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5800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P39-40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 / 40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壹 · 稻盛和夫與企業傳奇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從鹿兒島到日本經營之聖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 / 40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稻盛和夫生平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1932 年出生於日本鹿兒島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鹿兒島大學工學部應用化學系畢業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1959 年創立京都陶瓷（京瓷 Kyocera）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1984 年創立第二電電（DDI），後合併為 KDDI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1997 年出家為僧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2010 年臨危受命重建日本航空（78 歲）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2022 年 8 月辭世，享壽 90 歲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一生創立兩家世界 500 強企業，拯救一家世界 500 強 — 被譽為「日本經營之聖」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 / 40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京瓷創業與成長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1959 年以 300 萬日元資本、8 名員工從倉庫起步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專注精密陶瓷材料 − 從電視顯像管 U 型絕緣體開始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逐步拓展至半導體陶瓷、電子元件、太陽能電池、醫療器械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引入阿米巴經營模式，激發全員經營意識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成長為跨國科技巨頭，多領域佔據領先地位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 8 人到全球 7 萬員工 — 以「技術為本 + 全員經營」創造奇蹟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5 / 40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日本航空重建奇蹟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2010 年日航破產，78 歲稻盛和夫臨危受命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將經營哲學與阿米巴模式帶入日航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親自與員工溝通，灌輸「敬天愛人」理念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裁撤冗餘、精簡航線、建立獨立核算體系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一年後創下 2049 億日元歷史最高利潤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2012 年重新上市，全球企業重建典範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不要報酬、不帶團隊、僅靠哲學與制度 — 一年逆轉 2 兆日元負債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6 / 40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貳 · 阿米巴核心理論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什麼是阿米巴經營？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 / 40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什麼是阿米巴經營？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阿米巴（Amoeba）即「變形蟲」— 可隨環境靈活變形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企業劃分為數個小型獨立核算單位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每個單位像一家小型企業獨立運作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核心目標：激發每位員工的「經營者意識」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實現「全員參與經營」的理想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關鍵：讓員工從「被動執行者」轉變為「主動經營者」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 / 40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三個支柱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哲學支柱 — 敬天愛人、利他經營、正確判斷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→ 先端正理念，再建立制度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會計支柱 — 獨立核算、單位時間附加價值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→ 每個單位看得懂自己的損益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組織支柱 — 小單位自主經營、靈活調整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　→ 組織隨市場環境變化而分裂或合併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 / 40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914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7132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讓每個小單位都像老闆一樣經營。</a:t>
            </a:r>
            <a:endParaRPr lang="en-US" sz="20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全員參與、透明核算、持續改善。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0" y="3474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dirty="0">
                <a:solidFill>
                  <a:srgbClr val="E9456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」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9728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── 阿米巴經營核心精神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10 / 40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參 · 組織劃分與內部交易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如何切割阿米巴？如何定價？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 / 40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劃分阿米巴的基本原則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按業務流程拆分成最小的獨立核算單位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每個單位需具備相對獨立的經營職能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單位之間有明確的產出與投入關係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每個單位負責人能獨立計算損益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組織應隨市場變化靈活調整（合併/分裂）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典型工廠劃分：原料倉 → 切削 → 組裝 → 品檢 → 包裝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 / 40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內部交易定價機制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單位之間交易必須有明確的價格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內部價格 = 成本 + 合理利潤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讓下游單位感受到「市場壓力」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價格由雙方協商或管理層裁定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首月可暫估，後續根據實際調整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案例：A 切削組以 500 元/件賣給 B 組裝組（成本 350 + 利潤 150）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13 / 40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誰適合做阿米巴？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製造業 — 生產線可明確切分環節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服務業 — 門市/區域可獨立核算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科技業 — 專案/產品線可獨立經營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不適合 — 職能高度交織、無法明確分割的部門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初期建議：選 1-2 個環節試點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建議先從包裝線或可明確衡量產出的環節開始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 / 40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肆 · 現場計算實務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單位時間附加價值怎麼算？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15 / 40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核心公式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97280"/>
            <a:ext cx="7315200" cy="1371600"/>
          </a:xfrm>
          <a:prstGeom prst="roundRect">
            <a:avLst>
              <a:gd name="adj" fmla="val 533333"/>
            </a:avLst>
          </a:prstGeom>
          <a:solidFill>
            <a:srgbClr val="16244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單位時間附加價值 = (銷售額 − 總費用) ÷ 總工時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這個數字越高，代表該阿米巴的效率越好。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目標：每月提升 5-10%。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44444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注意：費用包含原料、水電、人工、折舊等全部可歸屬成本。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16 / 40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切削組日報範例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項目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金額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備註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銷售額（內部交易收入）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50,000 元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賣給組裝組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減：原料成本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15,000 元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材料費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減：電力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3,000 元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水電費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減：人工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10,000 元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組員薪資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減：折舊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2,000 元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設備折舊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＝ 附加價值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20,000 元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銷售額 - 費用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總工時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200 小時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全組總工時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單位時間附加價值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9456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100 元/小時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20,000 ÷ 200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每日填寫 → 每週檢討 → 每月評核 → 持續改善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17 / 40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伍 · 改善案例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阿米巴經營如何驅動持續改善？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18 / 40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案例：降低不良率提升單位價值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645920"/>
                <a:gridCol w="1645920"/>
                <a:gridCol w="17373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項目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改善前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改善後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變化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不良率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8%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2%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↓ 75%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不良損失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40,000 元/月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10,000 元/月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↓ 30,000 元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單位時間附加價值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80 元/小時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104 元/小時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↑ 30%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改善做法：將不良計入該阿米巴費用 → 組長主動改善 → 每月公開表揚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19 / 40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改善機制如何運作？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1：不良損失計入該組費用 → 直接影響單位價值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2：組長看到數值下降 → 主動尋找根因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3：提出改善方案（如引入自檢流程）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4：實施後次月立即反映在報表上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5：每月評比表彰進步最快單位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不需要高層推動 — 機制自然驅動改善！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 / 40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陸 · 管理體系與會議節奏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從每日 5 分鐘到每月 2 小時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21 / 40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三層會議體系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22860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頻率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時間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參與者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內容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每日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5 分鐘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各組組長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填寫日報表、確認重點數據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每週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45 分鐘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全廠主管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檢討單位價值變化、對策討論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每月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 小時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全體員工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成果發表、獎金分配、改善發表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輕重有別：每日重在記錄，每月重在激勵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22 / 40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管理重點提醒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每日報表不超過 1 頁 — 越簡單越容易執行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數據必須公開透明 — 所有單位互相看得到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主管必須帶頭填寫 — 上行下效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每月評比不是懲罰 — 公開表揚進步者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獎金與單位價值掛鉤 — 但不是唯一指標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阿米巴不是財務工具，而是管理工具 — 重點在於「人」的改變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23 / 40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柒 · 稻盛經營哲學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阿米巴背後的精神支柱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 / 40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敬天愛人 — 經營的原點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敬天：敬畏宇宙法則與普世倫理，遵循正道與良知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愛人：關懷所有與企業相關的人（員工、客戶、社會）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「什麼是作為人應該做的事情？」— 決策的終極標準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企業存在的目的不是利潤最大化，而是為社會貢獻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利潤只是貢獻社會後的結果，不是目標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25 / 40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六項精進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付出不亞於任何人的努力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② 謙虛戒驕 — 保持謙卑才能持續成長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③ 天天反省 — 回顧一日言行，明天做得更好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④ 活著就要感謝 — 感恩的心帶來正面能量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⑤ 積善行、思利他 — 最高層次的利己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⑥ 不要有感性的煩惱 — 保持理性與冷靜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26 / 40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經營 12 條 &amp; 人生方程式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經營 12 條精華：明確目的、具體目標、強烈願望、努力、銷售最大化/經費最小化、定價即經營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定價即經營 — 定價反映經營者的智慧與良心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人生・工作的結果 = 想法 × 熱情 × 能力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想法是 -100 到 +100（可為負數！）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方向錯了，能力越強離目標越遠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27 / 40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捌 · 三大成功案例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京瓷 · KDDI · 日本航空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28 / 40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三大企業比較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企業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創立/接手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產業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成就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京瓷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1959 年創立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精密陶瓷/電子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世界 500 強，7 萬員工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KDDI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1984 年創立 DDI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電信通訊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日本三大電信商之一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日航重建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2010 年接手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航空運輸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 年賺 2049 億日圓利潤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29 / 40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三大成功的共同關鍵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共通點 1：導入阿米巴經營 — 獨立核算、全員參與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共通點 2：灌輸敬天愛人理念 — 先改變人心再改變制度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共通點 3：經營者親臨一線 — 稻盛親自與員工對話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共通點 4：數據透明公開 — 所有人都能看到經營狀況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共通點 5：持續改善文化 — 不求一步到位，每天進步 1%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30 / 40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玖 · 常見錯誤與成功關鍵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做對什麼？避開什麼？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31 / 40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四大常見錯誤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錯誤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影響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解決方法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內部價格不公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成員抱怨、失去信任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建立公平原則、公開討論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報表複雜化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主管不願意填、流於形式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簡化為 1 頁日報表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只算數值不重哲學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短期行為、互相推託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定期哲學講習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主管不參與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員工沒動力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主管帶頭填寫、率先檢討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阿米巴失敗 90% 的原因不是計算問題，而是人心問題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32 / 40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五大成功關鍵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哲學宣導 — 定期全員學習、主管帶頭實踐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透明計算 — 數據公開、互相監督、公平公正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小步改善 — 不求一步到位、持續微小進步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全員參與 — 從總經理到基層、每個人都要懂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✅ 激勵機制 — 公開表揚、獎金分配、升遷參考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33 / 40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拾 · 導入步驟與實作清單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從零開始導入阿米巴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34 / 40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 步驟導入流程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1 選定 1-2 個部門試點（建議從包裝線開始）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2 定義阿米巴劃分單位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3 制定內部交易價格（首月可暫估）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4 設計日報表範本（1 頁夠用）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5 培訓主管如何使用與填寫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6 第一週開始填寫與記錄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7 每週檢討會開始舉辦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Step 8 每月評核並調整改善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千萬不要一次導入全公司！從 1-2 個單位試點成功後再推廣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35 / 40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實作追蹤表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097280" cy="36576"/>
          </a:xfrm>
          <a:prstGeom prst="rect">
            <a:avLst/>
          </a:prstGeom>
          <a:solidFill>
            <a:srgbClr val="E94560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92608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階段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時間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主要任務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產出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準備期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第 1-2 週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選定試點、劃分單位、定價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架構文件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導入期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第 3-4 週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培訓、開始填寫日報表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日報表資料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穩固期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第 5-8 週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每週檢討會、調整價格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第一個月數據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擴展期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第 9 週起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複製到其他部門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全廠導入</a:t>
                      </a:r>
                      <a:endParaRPr lang="en-US" sz="11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101600" marR="1016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每階段完成後必須檢討修正，確認有效再前進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36 / 40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拾壹 · 資源與延伸閱讀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學習更多阿米巴與稻盛哲學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37 / 40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推薦資源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📚 稻盛和夫《阿米巴經營》— 經營管理的集大成者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📚 稻盛和夫《活法》— 人生哲學與六項精進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📚 稻盛和夫《實學：經營與會計》— 會計七原則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📚 日文原版《アメーバ経営》— 稻盛和夫著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🏛️ 京瓷官網：www.kyocera.co.jp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📖 盛和塾相關書籍與線上資源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38 / 40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拾貳 · 總結與 Q&amp;A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39 / 40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4E7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核心重點回顧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37160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阿米巴經營的核心：全員參與・透明核算・持續改善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公式很簡單 — 單位時間附加價值 = (銷售額 - 費用) ÷ 工時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但真正成功的關鍵是「人心」— 敬天愛人、利他經營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 1-2 個部門試點開始，不要一步到位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每日 5 分鐘填報表 → 每週 45 分鐘檢討 → 每月 2 小時評核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阿米巴不是會計制度，是「人」的管理制度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600000"/>
            </a:avLst>
          </a:prstGeom>
          <a:solidFill>
            <a:srgbClr val="FFF8E1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4D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最後的提醒：哲學先行，制度跟上。沒有理念的阿米巴只是空殼。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0" y="4800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B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40 / 40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阿米巴經營 40 頁完整講義</dc:title>
  <dc:subject>PptxGenJS Presentation</dc:subject>
  <dc:creator>小綠</dc:creator>
  <cp:lastModifiedBy>小綠</cp:lastModifiedBy>
  <cp:revision>1</cp:revision>
  <dcterms:created xsi:type="dcterms:W3CDTF">2026-07-07T02:19:14Z</dcterms:created>
  <dcterms:modified xsi:type="dcterms:W3CDTF">2026-07-07T02:19:14Z</dcterms:modified>
</cp:coreProperties>
</file>