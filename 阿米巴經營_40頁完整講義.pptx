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阿米巴經營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稻盛和夫 · 京瓷 · 日本航空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全員參與的經營管理體系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40 頁完整講義 · 教育訓練版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編者：小綠 · 2026 年 7 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目錄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壹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97280" y="10058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稻盛和夫與企業傳奇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0" y="100584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7680960" cy="4572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128016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阿米巴核心理論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128016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P7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1536192"/>
            <a:ext cx="7680960" cy="4572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參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97280" y="15544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組織劃分與內部交易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0" y="155448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1810512"/>
            <a:ext cx="7680960" cy="4572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182880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肆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97280" y="182880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現場計算實務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182880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084832"/>
            <a:ext cx="7680960" cy="4572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1031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伍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210312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改善案例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0" y="210312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P18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2359152"/>
            <a:ext cx="7680960" cy="4572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37744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陸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97280" y="23774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管理體系與會議節奏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0" y="237744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P21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2633472"/>
            <a:ext cx="7680960" cy="4572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26517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柒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97280" y="265176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稻盛經營哲學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0" y="265176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2907792"/>
            <a:ext cx="7680960" cy="4572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292608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捌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97280" y="29260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三大成功案例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58000" y="292608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P28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3182112"/>
            <a:ext cx="7680960" cy="4572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320040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玖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97280" y="320040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常見錯誤與成功關鍵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858000" y="320040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P31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3456432"/>
            <a:ext cx="7680960" cy="4572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34747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拾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97280" y="347472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導入步驟與實作清單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858000" y="347472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P34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8640" y="3730752"/>
            <a:ext cx="7680960" cy="4572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" y="374904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拾壹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97280" y="37490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資源與延伸閱讀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858000" y="374904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P37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48640" y="4005072"/>
            <a:ext cx="7680960" cy="4572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48" name="Text 46"/>
          <p:cNvSpPr/>
          <p:nvPr/>
        </p:nvSpPr>
        <p:spPr>
          <a:xfrm>
            <a:off x="548640" y="40233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拾貳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402336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總結與 Q&amp;A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858000" y="402336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P39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2/40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壹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稻盛和夫與企業傳奇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從鹿兒島到日本經營之聖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3/40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稻盛和夫生平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1932 年出生於日本鹿兒島，鹿兒島大學工學部應用化學系畢業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1959 年創立京都陶瓷（京瓷 Kyocera），從 8 人倉庫起步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1984 年創立第二電電（DDI），後合併為世界 500 強 KDDI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1997 年出家為僧，實踐敬天愛人理念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2010 年臨危受命，78 歲接手破產的日本航空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2022 年 8 月辭世，享壽 90 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8046720" cy="731520"/>
          </a:xfrm>
          <a:prstGeom prst="roundRect">
            <a:avLst>
              <a:gd name="adj" fmla="val 500000"/>
            </a:avLst>
          </a:prstGeom>
          <a:solidFill>
            <a:srgbClr val="EBF4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0332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一生創立兩家世界 500 強，拯救一家世界 500 強 — 日本經營之聖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4/40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京瓷創業與成長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1959 年以 300 萬日元資本、8 名員工從借來的倉庫起步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專注精密陶瓷材料，從電視顯像管絕緣體切入市場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陸續拓展至半導體陶瓷、電子元件、太陽能電池、醫療器械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導入阿米巴經營模式，將公司劃分數百個獨立核算單位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成長為全球 7 萬員工的跨國科技巨頭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8046720" cy="731520"/>
          </a:xfrm>
          <a:prstGeom prst="roundRect">
            <a:avLst>
              <a:gd name="adj" fmla="val 500000"/>
            </a:avLst>
          </a:prstGeom>
          <a:solidFill>
            <a:srgbClr val="EBF4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0332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成功關鍵：「技術為本 + 全員經營」雙引擎驅動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5/40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日本航空重建奇蹟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2010 年日航破產，78 歲稻盛和夫零薪酬接手會長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不帶任何團隊，僅靠經營哲學與阿米巴制度著手改革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親自與員工溝通，灌輸敬天愛人理念，重塑企業文化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精簡航線、裁撤冗餘、導入單位時間核算制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一年後創下 2,049 億日元歷史最高營業利潤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2012 年成功重新上市，全球企業重建典範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8046720" cy="731520"/>
          </a:xfrm>
          <a:prstGeom prst="roundRect">
            <a:avLst>
              <a:gd name="adj" fmla="val 500000"/>
            </a:avLst>
          </a:prstGeom>
          <a:solidFill>
            <a:srgbClr val="EBF4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0332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從 2 兆日元負債到史上最高利潤 — 僅用一年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6/40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貳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阿米巴核心理論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什麼是阿米巴經營？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7/40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阿米巴經營的定義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阿米巴（Amoeba）即「變形蟲」— 可隨環境靈活變形的單細胞生物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將企業劃分為數個小型獨立核算單位，每個單位像一家小企業運作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各單位自行記錄收入、費用、工時，計算單位時間附加價值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核心目標：激發每一位員工的「經營者意識」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終極理想：實現「全員參與經營」，人人都是經營者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8046720" cy="731520"/>
          </a:xfrm>
          <a:prstGeom prst="roundRect">
            <a:avLst>
              <a:gd name="adj" fmla="val 500000"/>
            </a:avLst>
          </a:prstGeom>
          <a:solidFill>
            <a:srgbClr val="EBF4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0332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關鍵心態轉變：從「被動執行者」→「主動經營者」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8/40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三個支柱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❶ 哲學支柱 — 敬天愛人、利他經營、正確判斷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　　先端正理念，再建立制度；哲學是阿米巴的靈魂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❷ 會計支柱 — 獨立核算、單位時間附加價值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　　每個單位都能看懂自己的損益，即時反饋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❸ 組織支柱 — 小單位自主經營、靈活調整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　　組織可隨市場環境變化而分裂、合併、調整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9/40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「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280160" y="182880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讓每個小單位都像老闆一樣經營。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全員參與、透明核算、持續改善。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0" y="347472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600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」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280160" y="3931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── 阿米巴經營核心精神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10/40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參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組織劃分與內部交易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如何切割阿米巴？如何定價？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11/40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劃分阿米巴的基本原則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按業務流程拆分成最小的獨立核算單位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每個單位需具備相對獨立的經營職能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單位之間有明確的產出與投入關係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每個單位負責人必須能獨立計算損益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組織應隨市場變化靈活調整（合併或分裂）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初期建議選 1-2 個環節試點，成功後再推廣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8046720" cy="731520"/>
          </a:xfrm>
          <a:prstGeom prst="roundRect">
            <a:avLst>
              <a:gd name="adj" fmla="val 500000"/>
            </a:avLst>
          </a:prstGeom>
          <a:solidFill>
            <a:srgbClr val="EBF4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0332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典型工廠劃分：原料倉 → 切削 → 組裝 → 品檢 → 包裝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12/40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內部交易定價機制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單位之間交易必須有明確的內部價格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內部價格 = 成本 + 合理利潤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讓下游單位感受到「市場壓力」，驅動改善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定價方式：雙方協商或管理層裁定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首月可暫估，後續根據實際營運數據調整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價格不公是阿米巴最常見的失敗原因之一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8046720" cy="731520"/>
          </a:xfrm>
          <a:prstGeom prst="roundRect">
            <a:avLst>
              <a:gd name="adj" fmla="val 500000"/>
            </a:avLst>
          </a:prstGeom>
          <a:solidFill>
            <a:srgbClr val="EBF4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0332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案例：切削組以 500 元/件賣給組裝組（成本 350 + 利潤 150）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13/40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誰適合導入阿米巴？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✅ 製造業 — 生產線可明確切分環節（最適合）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✅ 服務業 — 門市或區域可獨立核算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✅ 科技業 — 專案或產品線可獨立經營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⚠️ 職能高度交織、無法明確分割的部門較難推行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💡 建議從包裝線或可明確衡量產出的環節開始試點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14/40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肆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現場計算實務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單位時間附加價值怎麼算？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15/40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核心公式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1097280"/>
          </a:xfrm>
          <a:prstGeom prst="roundRect">
            <a:avLst>
              <a:gd name="adj" fmla="val 500000"/>
            </a:avLst>
          </a:prstGeom>
          <a:solidFill>
            <a:srgbClr val="1A365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單位時間附加價值 ＝（銷售額 － 總費用）÷ 總工時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▼ 數字越高，代表該阿米巴的生產效率越好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▼ 目標：每月提升 5-10%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▼ 費用包含：原料、水電、人工、折舊等全部可歸屬成本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▼ 公式簡單但力量強大 — 每個人都能秒懂自己單位的績效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16/40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切削組日報範例</a:t>
            </a:r>
            <a:endParaRPr lang="en-US" sz="17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項目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金額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備註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銷售額（內部交易收入）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50,000 元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賣給組裝組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減：原料成本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15,000 元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材料費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減：電力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3,000 元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水電費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減：人工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10,000 元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薪資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減：折舊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2,000 元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設備折舊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＝ 附加價值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20,000 元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總工時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200 小時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單位時間附加價值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100 元/小時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20,000 ÷ 200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每日填寫 → 每週檢討 → 每月評核 → 持續改善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17/40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伍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改善案例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阿米巴經營如何驅動持續改善？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18/40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案例：降低不良率提升單位價值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項目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改善前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改善後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變化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不良率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8%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2%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↓ 75%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不良損失（月）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40,000 元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10,000 元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↓ 30,000 元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單位時間附加價值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80 元/小時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104 元/小時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↑ 30%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改善做法：不良計入該組費用 → 組長主動改善 → 每月公開表揚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19/40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改善機制如何運作？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1：不良損失計入該組費用 → 直接吃掉單位利潤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2：組長看到數值下降 → 主動尋找根因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3：提出改善方案並實施（如自檢流程、員工培訓）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4：次月報表立即反映改善成果，形成正向循環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5：每月評比表彰進步最快單位，營造改善文化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不需要高層推動 — 機制本身就能驅動改善！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20/40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陸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管理體系與會議節奏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從每日 5 分鐘到每月 2 小時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21/40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三層會議體系</a:t>
            </a:r>
            <a:endParaRPr lang="en-US" sz="17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828800"/>
                <a:gridCol w="3017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頻率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時間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參與者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內容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每日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5 分鐘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各組組長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填寫日報表、確認重點數據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每週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45 分鐘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全廠主管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檢討單位價值變化、對策討論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每月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 小時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全體員工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成果發表、獎金分配、改善分享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輕重有別：每日重在記錄，每月重在激勵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22/40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管理重點提醒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每日報表不超過 1 頁 — 越簡單越容易執行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所有單位數據須公開透明 — 互相看得見、互相學習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各級主管必須帶頭填寫 — 上行下效，以身作則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每月評比目的在表揚，不在懲罰 — 營造正向改善文化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阿米巴不是財務工具，而是管理工具 — 重點是「人」的改變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23/40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柒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稻盛經營哲學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阿米巴背後的精神支柱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24/40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敬天愛人 — 經營的原點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敬天：敬畏宇宙法則與普世倫理，遵循正道與良知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愛人：關懷所有與企業相關的人（員工、客戶、社會）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「作為人，何謂正確？」— 決策的終極判斷標準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企業存在的目的不是利潤最大化，而是為社會貢獻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利潤只是貢獻社會之後的結果，而非最終目標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將此理念貫徹到每一個阿米巴的日常決策中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25/40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六項精進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付出不亞於任何人的努力 — 成功沒有捷徑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謙虛戒驕 — 保持謙卑才能持續學習與成長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③ 天天反省 — 回顧一日言行，明天做得更好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④ 活著就要感謝 — 感恩的心帶來正面能量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⑤ 積善行、思利他 — 最高層次的利己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⑥ 不要有感性的煩惱 — 保持理性與冷靜判斷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26/40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經營 12 條 &amp; 人生方程式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經營 12 條精華：明確目的、具體目標、強烈願望、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　　銷售最大化與經費最小化、定價即經營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「定價即經營」— 定價反映經營者的智慧與良心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人生・工作的結果 ＝ 想法 × 熱情 × 能力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想法是 -100 ~ +100（可為負數！）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方向錯了，能力越強、越努力，離目標越遠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27/40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三大成功案例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京瓷 · KDDI · 日本航空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28/40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三大企業比較</a:t>
            </a:r>
            <a:endParaRPr lang="en-US" sz="17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企業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創立/接手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產業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成就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京瓷 Kyocera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1959 年創立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精密陶瓷/電子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世界 500 強，7 萬員工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KDDI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1984 年創立 DDI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電信通訊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日本三大電信商之一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日本航空重建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2010 年接手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航空運輸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 年獲利 2,049 億日圓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29/40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三大成功案例的共同關鍵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共通點 1：導入阿米巴經營 — 獨立核算、全員參與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共通點 2：灌輸敬天愛人理念 — 先改變人心，再改變制度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共通點 3：經營者親臨一線 — 稻盛親自與員工對話溝通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共通點 4：數據透明公開 — 所有人都能看到經營狀況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共通點 5：持續改善文化 — 不求一步到位，每天進步 1%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30/40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玖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常見錯誤與成功關鍵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做對什麼？避開什麼？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31/40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四大常見錯誤</a:t>
            </a:r>
            <a:endParaRPr lang="en-US" sz="17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3474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錯誤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影響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解決方法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內部價格不公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成員抱怨、失去信任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建立公平原則、公開討論定價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報表複雜化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主管不願意填、流於形式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簡化為 1 頁日報表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只算數值不重哲學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短期行為、互相推託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定期舉辦哲學講習會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主管不參與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員工沒動力、制度形同虛設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主管帶頭填寫、率先檢討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阿米巴失敗 90% 的原因不是計算問題，而是人心問題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32/40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五大成功關鍵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✅ 哲學宣導 — 定期全員學習、主管帶頭實踐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✅ 透明計算 — 數據公開、互相監督、公平公正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✅ 小步改善 — 不求一步到位、持續微小進步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✅ 全員參與 — 從總經理到基層，每個人都要懂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✅ 激勵機制 — 公開表揚、獎金分配、升遷參考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33/40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拾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導入步驟與實作清單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從零開始導入阿米巴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34/40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步驟導入流程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1  選定 1-2 個部門試點（建議從包裝線開始）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2  定義阿米巴劃分單位與邊界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3  制定內部交易價格（首月可暫估）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4  設計日報表範本（保持 1 頁以內）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5  培訓各級主管如何填寫與使用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6  第一週開始填寫與記錄數據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7  每週舉辦 45 分鐘檢討會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8  每月評核並根據數據調整改善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8046720" cy="731520"/>
          </a:xfrm>
          <a:prstGeom prst="roundRect">
            <a:avLst>
              <a:gd name="adj" fmla="val 500000"/>
            </a:avLst>
          </a:prstGeom>
          <a:solidFill>
            <a:srgbClr val="EBF4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0332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千萬不要一次導入全公司！從 1-2 個單位試點成功後再推廣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35/40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實作追蹤表</a:t>
            </a:r>
            <a:endParaRPr lang="en-US" sz="17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292608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階段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時間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主要任務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產出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準備期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第 1-2 週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選定試點、劃分單位、定價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架構文件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導入期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第 3-4 週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培訓、開始填寫日報表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日報表資料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穩固期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第 5-8 週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每週檢討會、調整價格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第一個月數據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擴展期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第 9 週起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複製成功經驗到其他部門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全廠導入</a:t>
                      </a:r>
                      <a:endParaRPr lang="en-US" sz="11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每階段完成後須檢討修正，確認有效再前進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36/40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拾壹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資源與延伸閱讀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學習更多阿米巴與稻盛哲學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37/40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推薦資源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📖 稻盛和夫《阿米巴經營》— 經營管理的集大成者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📖 稻盛和夫《活法》— 人生哲學與六項精進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📖 稻盛和夫《實學：經營與會計》— 會計七原則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📖 日文原版《アメーバ経営》— 稻盛和夫親著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🏛️ 京瓷官網：www.kyocera.co.jp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📚 盛和塾相關書籍與線上資源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38/40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拾貳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總結與 Q&amp;A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39/40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"/>
            <a:ext cx="8046720" cy="18288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核心重點回顧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阿米巴的核心公式：單位時間附加價值＝(銷售額－費用)÷工時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公式很簡單，但真正成功的關鍵是「人心」— 敬天愛人、利他經營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從 1-2 個部門試點開始，千萬不要一步到位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每日 5 分鐘填報表 → 每週 45 分鐘檢討 → 每月 2 小時評核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阿米巴不是會計制度，而是「人」的管理制度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2D37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哲學先行，制度跟上。沒有理念的阿米巴只是空殼。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8046720" cy="731520"/>
          </a:xfrm>
          <a:prstGeom prst="roundRect">
            <a:avLst>
              <a:gd name="adj" fmla="val 500000"/>
            </a:avLst>
          </a:prstGeom>
          <a:solidFill>
            <a:srgbClr val="EBF4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0332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稻盛和夫：「動機至善，了無私心」— 利他才是經營的最高境界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40/40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阿米巴經營 40 頁完整講義（教育訓練版）</dc:title>
  <dc:subject>PptxGenJS Presentation</dc:subject>
  <dc:creator>小綠</dc:creator>
  <cp:lastModifiedBy>小綠</cp:lastModifiedBy>
  <cp:revision>1</cp:revision>
  <dcterms:created xsi:type="dcterms:W3CDTF">2026-07-07T06:19:51Z</dcterms:created>
  <dcterms:modified xsi:type="dcterms:W3CDTF">2026-07-07T06:19:51Z</dcterms:modified>
</cp:coreProperties>
</file>