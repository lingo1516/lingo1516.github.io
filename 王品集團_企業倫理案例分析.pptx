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27D35"/>
                </a:solidFill>
                <a:latin typeface="Microsoft JhengHei"/>
              </a:defRPr>
            </a:pPr>
            <a:r>
              <a:t>王品集團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企業倫理案例分析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Microsoft JhengHei"/>
              </a:defRPr>
            </a:pPr>
            <a:r>
              <a:t>正面實踐與負面挑戰的雙面觀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F9A"/>
                </a:solidFill>
                <a:latin typeface="Microsoft JhengHei"/>
              </a:defRPr>
            </a:pPr>
            <a:r>
              <a:t>集團簡介：從台中起家的餐飲帝國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7D35"/>
                </a:solidFill>
                <a:latin typeface="Microsoft JhengHei"/>
              </a:defRPr>
            </a:pPr>
            <a:r>
              <a:t>▸ 成立時間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1993 年，台中市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7D35"/>
                </a:solidFill>
                <a:latin typeface="Microsoft JhengHei"/>
              </a:defRPr>
            </a:pPr>
            <a:r>
              <a:t>▸ 創辦人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戴勝益（現任榮譽董事長）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7D35"/>
                </a:solidFill>
                <a:latin typeface="Microsoft JhengHei"/>
              </a:defRPr>
            </a:pPr>
            <a:r>
              <a:t>▸ 現任董事長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陳正輝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7D35"/>
                </a:solidFill>
                <a:latin typeface="Microsoft JhengHei"/>
              </a:defRPr>
            </a:pPr>
            <a:r>
              <a:t>▸ 股票代號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2727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7D35"/>
                </a:solidFill>
                <a:latin typeface="Microsoft JhengHei"/>
              </a:defRPr>
            </a:pPr>
            <a:r>
              <a:t>▸ 員工人數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661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約 2 萬人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7D35"/>
                </a:solidFill>
                <a:latin typeface="Microsoft JhengHei"/>
              </a:defRPr>
            </a:pPr>
            <a:r>
              <a:t>▸ 品牌數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690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20+ 個餐飲品牌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199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7D35"/>
                </a:solidFill>
                <a:latin typeface="Microsoft JhengHei"/>
              </a:defRPr>
            </a:pPr>
            <a:r>
              <a:t>▸ 2025 營收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719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約 300 億台幣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7D35"/>
                </a:solidFill>
                <a:latin typeface="Microsoft JhengHei"/>
              </a:defRPr>
            </a:pPr>
            <a:r>
              <a:t>旗下品牌矩陣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94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🥩 王品牛排 — 高端西餐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🍽️ 西堤牛排 — 中價位西餐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17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🍲 沐越 — 法式料理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29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🥘 嗑肉石鍋 — 韓式料理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🍜 王品 — 日式涮涮鍋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🔥 夏慕尼 — 鐵板燒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🍖 馨苑 — 台式料理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🧊 和牛涮 — 日式燒肉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資料來源：王品集團官方網站、年報（2024-2025）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FB950"/>
                </a:solidFill>
                <a:latin typeface="Microsoft JhengHei"/>
              </a:defRPr>
            </a:pPr>
            <a:r>
              <a:t>✅ 正面：員工福利與人才培育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Microsoft JhengHei"/>
              </a:defRPr>
            </a:pPr>
            <a:r>
              <a:t>💰 薪酬制度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高於業界平均的薪資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平均年薪 17.5 個月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頂尖店長可達 24 個月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入股分紅制度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透明公開的獎金分配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474720" cy="475488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Microsoft JhengHei"/>
              </a:defRPr>
            </a:pPr>
            <a:r>
              <a:t>📈 職涯發展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內部創業平台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醒獅團計畫（內部創業）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新品牌由員工主導創建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廚師可入股共同經營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標準化 SOP 培訓系統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Microsoft JhengHei"/>
              </a:defRPr>
            </a:pPr>
            <a:r>
              <a:t>🤝 企業文化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以人為本的管理哲學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離職率低於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員工餐飲優惠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完善的福利制度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重視工作與生活平衡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資料來源：王品集團薪資福利專頁、經濟日報（2026）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FB950"/>
                </a:solidFill>
                <a:latin typeface="Microsoft JhengHei"/>
              </a:defRPr>
            </a:pPr>
            <a:r>
              <a:t>✅ 正面：ESG 與社會責任實踐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F9A"/>
                </a:solidFill>
                <a:latin typeface="Microsoft JhengHei"/>
              </a:defRPr>
            </a:pPr>
            <a:r>
              <a:t>🌍 環境 (E)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綠能永續，循環再生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2014 年成立企業社會責任委員會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2023 年升級為永續發展委員會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減碳目標與綠色供應鏈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食材不浪費、翻轉食物新價值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474720" cy="47548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F9A"/>
                </a:solidFill>
                <a:latin typeface="Microsoft JhengHei"/>
              </a:defRPr>
            </a:pPr>
            <a:r>
              <a:t>👥 社會 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深耕各地，回饋社會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一品牌一公益（每品牌認養公益團體）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在地食材採購支持小農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員工志工服務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食安教育推廣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F9A"/>
                </a:solidFill>
                <a:latin typeface="Microsoft JhengHei"/>
              </a:defRPr>
            </a:pPr>
            <a:r>
              <a:t>📊 治理 (G)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誠實透明的經營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「誠以待人、實以律己」企業理念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定期發布永續報告書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獲得第三方確信認證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公司治理評鑑前段班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資料來源：王品集團 2024 永續報告書、SustainAI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FB950"/>
                </a:solidFill>
                <a:latin typeface="Microsoft JhengHei"/>
              </a:defRPr>
            </a:pPr>
            <a:r>
              <a:t>✅ 正面：供應鏈管理與食品安全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256032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  <a:latin typeface="Microsoft JhengHei"/>
              </a:defRPr>
            </a:pPr>
            <a:r>
              <a:t>🛡️ 食安防護網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▸ 從牧場到餐桌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全程追溯的供應鏈管理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▸ 嚴格篩選供應商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定期稽核、第三方檢驗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▸ 標準化作業流程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SOP 確保每道料理品質一致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▸ 危機處理機制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2014 年後大幅強化食安體系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98480" cy="18288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F9A"/>
                </a:solidFill>
                <a:latin typeface="Microsoft JhengHei"/>
              </a:defRPr>
            </a:pPr>
            <a:r>
              <a:t>📊 關鍵數據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2024 年永續報告書已取得第三方確信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供應商稽核覆蓋率 &gt; 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食安教育培訓時數 annually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台灣觀光餐旅產業 ESG 評比前段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5149"/>
                </a:solidFill>
                <a:latin typeface="Microsoft JhengHei"/>
              </a:defRPr>
            </a:pPr>
            <a:r>
              <a:t>❌ 負面：2014 年餿水油事件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Microsoft JhengHei"/>
              </a:defRPr>
            </a:pPr>
            <a:r>
              <a:t>🔥 事件經過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2014 年 9 月，全台爆發餿水油風暴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王品旗下多品牌使用問題油品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公關處理失當，第一時間否認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後續承認並道歉，但信任已受損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消費者信心崩潰，品牌聲譽重挫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Microsoft JhengHei"/>
              </a:defRPr>
            </a:pPr>
            <a:r>
              <a:t>📉 衝擊影響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Microsoft JhengHei"/>
              </a:defRPr>
            </a:pPr>
            <a:r>
              <a:t>▸ 股價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從近 500 元腰斬至 272 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Microsoft JhengHei"/>
              </a:defRPr>
            </a:pPr>
            <a:r>
              <a:t>▸ 市值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縮水 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Microsoft JhengHei"/>
              </a:defRPr>
            </a:pPr>
            <a:r>
              <a:t>▸ 品牌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一夕間跌落神壇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Microsoft JhengHei"/>
              </a:defRPr>
            </a:pPr>
            <a:r>
              <a:t>▸ 人才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爆發高階主管離職潮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Microsoft JhengHei"/>
              </a:defRPr>
            </a:pPr>
            <a:r>
              <a:t>▸ 營收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短期內大幅下滑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資料來源：天下雜誌、ETtoday、MoneyDJ（2014-2015）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5149"/>
                </a:solidFill>
                <a:latin typeface="Microsoft JhengHei"/>
              </a:defRPr>
            </a:pPr>
            <a:r>
              <a:t>❌ 負面：2024 年初瓦/嚮辣食安風波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Microsoft JhengHei"/>
              </a:defRPr>
            </a:pPr>
            <a:r>
              <a:t>🔴 事件概要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2024 年，旗下「初瓦」、「嚮辣」爆發食物中毒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累計超過 100 例疑似中毒就醫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初瓦西門町店停業月餘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衛生局調查指向大樓公共水管問題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股價一度下跌至 231.5 元（月低）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Microsoft JhengHei"/>
              </a:defRPr>
            </a:pPr>
            <a:r>
              <a:t>⚠️ 暴露的問題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多品牌策略下的管理複雜性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供應鏈掌控出現漏洞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食安防護網仍有死角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品牌形象再次受創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▸ 投資人信心受影響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資料來源：NOWnews、經理人、Yahoo 新聞（2024）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5149"/>
                </a:solidFill>
                <a:latin typeface="Microsoft JhengHei"/>
              </a:defRPr>
            </a:pPr>
            <a:r>
              <a:t>❌ 負面：多品牌策略的倫理挑戰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228600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Microsoft JhengHei"/>
              </a:defRPr>
            </a:pPr>
            <a:r>
              <a:t>🔍 核心矛盾：規模擴張 vs. 品質管控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王品從 1 個品牌擴展到 20+ 個品牌，每增加一個品牌，管理複雜度呈幾何級數上升。當品牌數量超過管控能力時，食安風險便隨之升高。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9A"/>
                </a:solidFill>
                <a:latin typeface="Microsoft JhengHei"/>
              </a:defRPr>
            </a:pPr>
            <a:r>
              <a:t>📋 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品牌間標準不一致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員工訓練品質參差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內部溝通成本增加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9A"/>
                </a:solidFill>
                <a:latin typeface="Microsoft JhengHei"/>
              </a:defRPr>
            </a:pPr>
            <a:r>
              <a:t>🔗 供應鏈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多品牌共用供應商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品質把關難度倍增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成本壓力導致妥協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9A"/>
                </a:solidFill>
                <a:latin typeface="Microsoft JhengHei"/>
              </a:defRPr>
            </a:pPr>
            <a:r>
              <a:t>⚖️ 倫理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擴張優先？還是品質優先？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短期獲利 vs. 長期信譽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消費者權益如何保障？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27D35"/>
                </a:solidFill>
                <a:latin typeface="Microsoft JhengHei"/>
              </a:defRPr>
            </a:pPr>
            <a:r>
              <a:t>💡 啟示與反思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Microsoft JhengHei"/>
              </a:defRPr>
            </a:pPr>
            <a:r>
              <a:t>▸ 企業倫理不是口號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1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王品的「誠以待人、實以律己」在平時是文化，在危機時是考驗。食安事件證明，再好的理念都需要嚴格的執行機制支撐。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Microsoft JhengHei"/>
              </a:defRPr>
            </a:pPr>
            <a:r>
              <a:t>▸ 成長必須與管控同步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快速擴張帶來營收，但也帶來風險。多品牌策略的成功，取決於管控能力是否能跟上成長速度。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F9A"/>
                </a:solidFill>
                <a:latin typeface="Microsoft JhengHei"/>
              </a:defRPr>
            </a:pPr>
            <a:r>
              <a:t>▸ 危機是最好的老師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2014 年的餿水油事件讓王品痛定思痛，建立了更嚴格的食安體系。但 2024 年的事件提醒我們， complacency 是最大的敵人。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10698480" cy="10972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F9A"/>
                </a:solidFill>
                <a:latin typeface="Microsoft JhengHei"/>
              </a:defRPr>
            </a:pPr>
            <a:r>
              <a:t>▸ 利益關係人的平衡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1499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股東要獲利、員工要福利、消費者要品質、社會要責任。企業倫理的本質，就是在這些需求間找到平衡。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27D35"/>
                </a:solidFill>
                <a:latin typeface="Microsoft JhengHei"/>
              </a:defRPr>
            </a:pPr>
            <a:r>
              <a:t>結論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9144000" cy="32004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D5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王品集團是台灣餐飲業的標竿企業，在員工福利、ESG 實踐、供應鏈管理等方面展現了企業倫理的正面力量。</a:t>
            </a:r>
            <a:br/>
            <a:br/>
            <a:r>
              <a:t>然而，多次食安事件也暴露了多品牌策略下的管理挑戰。企業倫理不是一勞永逸的成就，而是需要持續投入、不斷檢視的過程。</a:t>
            </a:r>
            <a:br/>
            <a:br/>
            <a:r>
              <a:t>正如王品的企業理念——「誠以待人、實以律己」，真正的企業倫理，是在順境時不驕傲，在逆境時不放棄。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JhengHei"/>
              </a:defRPr>
            </a:pPr>
            <a:r>
              <a:t>📌 個案分析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2026 年 6 月  |  資料來源：王品年報、天下雜誌、經濟日報、經理人月刊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